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j0FrM88JZ+hrSZDFE6uhD+v055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11" Type="http://schemas.openxmlformats.org/officeDocument/2006/relationships/image" Target="../media/image8.png"/><Relationship Id="rId10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522375" y="4076725"/>
            <a:ext cx="73260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s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EQUIPO: Nuria V, Wilmer Acosta, Angel Vergara, Koldo Zabaleta</a:t>
            </a:r>
            <a:endParaRPr b="0" i="1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411050" y="1859400"/>
            <a:ext cx="6321900" cy="14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PROYECTO - CIFAR10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CNN / TRANSFER LEARNING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/>
          <p:nvPr/>
        </p:nvSpPr>
        <p:spPr>
          <a:xfrm>
            <a:off x="2923758" y="1805410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SGD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923758" y="2954607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686292" y="2954607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FT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686292" y="1805422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2"/>
          <p:cNvCxnSpPr>
            <a:stCxn id="63" idx="2"/>
            <a:endCxn id="62" idx="0"/>
          </p:cNvCxnSpPr>
          <p:nvPr/>
        </p:nvCxnSpPr>
        <p:spPr>
          <a:xfrm>
            <a:off x="6028442" y="2176522"/>
            <a:ext cx="0" cy="778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sm" w="sm" type="none"/>
            <a:tailEnd len="med" w="med" type="stealth"/>
          </a:ln>
        </p:spPr>
      </p:cxnSp>
      <p:sp>
        <p:nvSpPr>
          <p:cNvPr id="65" name="Google Shape;65;p2"/>
          <p:cNvSpPr txBox="1"/>
          <p:nvPr/>
        </p:nvSpPr>
        <p:spPr>
          <a:xfrm>
            <a:off x="1281600" y="450229"/>
            <a:ext cx="6580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COMPARATIVA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985200" y="2267800"/>
            <a:ext cx="25614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MÉTODOS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OPTIMIZACIÓN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392250" y="2255442"/>
            <a:ext cx="32724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ESTRATEGIA CON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MODELO PRE ENTRENADO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075" y="2566475"/>
            <a:ext cx="3594450" cy="25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4412" y="1"/>
            <a:ext cx="3594438" cy="257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4425" y="2571779"/>
            <a:ext cx="3594450" cy="257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7075" y="0"/>
            <a:ext cx="3594450" cy="257173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66275" y="1100313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SGD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6275" y="3672075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395350" y="3672075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FT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395350" y="1100325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250850" y="1089200"/>
            <a:ext cx="225000" cy="17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012200" y="1125488"/>
            <a:ext cx="225000" cy="17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155125" y="3711400"/>
            <a:ext cx="225000" cy="17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012200" y="3711400"/>
            <a:ext cx="225000" cy="17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2564775" y="1177688"/>
            <a:ext cx="3358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" name="Google Shape;85;p3"/>
          <p:cNvCxnSpPr/>
          <p:nvPr/>
        </p:nvCxnSpPr>
        <p:spPr>
          <a:xfrm>
            <a:off x="2536884" y="3799888"/>
            <a:ext cx="33585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" name="Google Shape;86;p3"/>
          <p:cNvCxnSpPr/>
          <p:nvPr/>
        </p:nvCxnSpPr>
        <p:spPr>
          <a:xfrm>
            <a:off x="2330190" y="1362663"/>
            <a:ext cx="0" cy="2282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" name="Google Shape;87;p3"/>
          <p:cNvCxnSpPr/>
          <p:nvPr/>
        </p:nvCxnSpPr>
        <p:spPr>
          <a:xfrm>
            <a:off x="6124690" y="1365888"/>
            <a:ext cx="0" cy="2282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" name="Google Shape;88;p3"/>
          <p:cNvCxnSpPr>
            <a:stCxn id="79" idx="2"/>
            <a:endCxn id="78" idx="0"/>
          </p:cNvCxnSpPr>
          <p:nvPr/>
        </p:nvCxnSpPr>
        <p:spPr>
          <a:xfrm>
            <a:off x="8737500" y="1471425"/>
            <a:ext cx="0" cy="22008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200" y="2655950"/>
            <a:ext cx="3497450" cy="24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419" y="14350"/>
            <a:ext cx="3436980" cy="247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9150" y="2655952"/>
            <a:ext cx="3436980" cy="2473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0200" y="14350"/>
            <a:ext cx="3451247" cy="24731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66275" y="1100313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SGD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6275" y="3672075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395350" y="3672075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FT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395350" y="1100325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8737500" y="1471425"/>
            <a:ext cx="0" cy="22008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sm" w="sm" type="none"/>
            <a:tailEnd len="med" w="med" type="stealth"/>
          </a:ln>
        </p:spPr>
      </p:cxnSp>
      <p:sp>
        <p:nvSpPr>
          <p:cNvPr id="102" name="Google Shape;102;p4"/>
          <p:cNvSpPr/>
          <p:nvPr/>
        </p:nvSpPr>
        <p:spPr>
          <a:xfrm>
            <a:off x="2021500" y="1080225"/>
            <a:ext cx="331500" cy="17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028918" y="3711400"/>
            <a:ext cx="331500" cy="17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012200" y="3790225"/>
            <a:ext cx="366600" cy="17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2564775" y="1215979"/>
            <a:ext cx="3358500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6" name="Google Shape;106;p4"/>
          <p:cNvCxnSpPr/>
          <p:nvPr/>
        </p:nvCxnSpPr>
        <p:spPr>
          <a:xfrm>
            <a:off x="2536884" y="3852439"/>
            <a:ext cx="3358500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7" name="Google Shape;107;p4"/>
          <p:cNvCxnSpPr/>
          <p:nvPr/>
        </p:nvCxnSpPr>
        <p:spPr>
          <a:xfrm>
            <a:off x="2340497" y="1343250"/>
            <a:ext cx="0" cy="22821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8" name="Google Shape;108;p4"/>
          <p:cNvCxnSpPr/>
          <p:nvPr/>
        </p:nvCxnSpPr>
        <p:spPr>
          <a:xfrm>
            <a:off x="6070775" y="1383859"/>
            <a:ext cx="0" cy="22821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9" name="Google Shape;109;p4"/>
          <p:cNvSpPr/>
          <p:nvPr/>
        </p:nvSpPr>
        <p:spPr>
          <a:xfrm>
            <a:off x="6084825" y="1145005"/>
            <a:ext cx="294000" cy="17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25" y="4208994"/>
            <a:ext cx="1375500" cy="730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52184"/>
          <a:stretch/>
        </p:blipFill>
        <p:spPr>
          <a:xfrm>
            <a:off x="1534594" y="4218950"/>
            <a:ext cx="1508282" cy="7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025" y="102925"/>
            <a:ext cx="4323824" cy="16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3220677" y="1946815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SGD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220677" y="4387055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ADAM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6">
            <a:alphaModFix/>
          </a:blip>
          <a:srcRect b="52082" l="0" r="0" t="0"/>
          <a:stretch/>
        </p:blipFill>
        <p:spPr>
          <a:xfrm>
            <a:off x="117025" y="1785458"/>
            <a:ext cx="1432937" cy="693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6">
            <a:alphaModFix/>
          </a:blip>
          <a:srcRect b="-358" l="0" r="0" t="52441"/>
          <a:stretch/>
        </p:blipFill>
        <p:spPr>
          <a:xfrm>
            <a:off x="1562333" y="1785458"/>
            <a:ext cx="1432937" cy="6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1675" y="102925"/>
            <a:ext cx="3999475" cy="16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8036600" y="1936263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TL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1675" y="2571750"/>
            <a:ext cx="3999475" cy="16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8036600" y="4387050"/>
            <a:ext cx="684300" cy="37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FT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9">
            <a:alphaModFix/>
          </a:blip>
          <a:srcRect b="52998" l="0" r="0" t="0"/>
          <a:stretch/>
        </p:blipFill>
        <p:spPr>
          <a:xfrm>
            <a:off x="4931675" y="4255425"/>
            <a:ext cx="1432925" cy="683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9">
            <a:alphaModFix/>
          </a:blip>
          <a:srcRect b="882" l="0" r="0" t="52115"/>
          <a:stretch/>
        </p:blipFill>
        <p:spPr>
          <a:xfrm>
            <a:off x="6382457" y="4255429"/>
            <a:ext cx="1432950" cy="683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5"/>
          <p:cNvPicPr preferRelativeResize="0"/>
          <p:nvPr/>
        </p:nvPicPr>
        <p:blipFill rotWithShape="1">
          <a:blip r:embed="rId10">
            <a:alphaModFix/>
          </a:blip>
          <a:srcRect b="53481" l="0" r="0" t="0"/>
          <a:stretch/>
        </p:blipFill>
        <p:spPr>
          <a:xfrm>
            <a:off x="4931675" y="1785450"/>
            <a:ext cx="1432925" cy="67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10">
            <a:alphaModFix/>
          </a:blip>
          <a:srcRect b="0" l="0" r="0" t="51538"/>
          <a:stretch/>
        </p:blipFill>
        <p:spPr>
          <a:xfrm>
            <a:off x="6386435" y="1785450"/>
            <a:ext cx="1375498" cy="67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5"/>
          <p:cNvCxnSpPr>
            <a:stCxn id="122" idx="2"/>
            <a:endCxn id="124" idx="0"/>
          </p:cNvCxnSpPr>
          <p:nvPr/>
        </p:nvCxnSpPr>
        <p:spPr>
          <a:xfrm>
            <a:off x="8378750" y="2307363"/>
            <a:ext cx="0" cy="207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sm" w="sm" type="none"/>
            <a:tailEnd len="med" w="med" type="stealth"/>
          </a:ln>
        </p:spPr>
      </p:cxnSp>
      <p:sp>
        <p:nvSpPr>
          <p:cNvPr id="130" name="Google Shape;130;p5"/>
          <p:cNvSpPr/>
          <p:nvPr/>
        </p:nvSpPr>
        <p:spPr>
          <a:xfrm>
            <a:off x="2543225" y="2043875"/>
            <a:ext cx="406500" cy="15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092150" y="2043875"/>
            <a:ext cx="406500" cy="15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53564" y="4475122"/>
            <a:ext cx="406500" cy="15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543225" y="4521925"/>
            <a:ext cx="406500" cy="15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854650" y="4497150"/>
            <a:ext cx="406500" cy="15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326706" y="4497150"/>
            <a:ext cx="406500" cy="15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854650" y="2043875"/>
            <a:ext cx="406500" cy="15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299400" y="2043875"/>
            <a:ext cx="406500" cy="150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11">
            <a:alphaModFix/>
          </a:blip>
          <a:srcRect b="0" l="1196" r="48958" t="0"/>
          <a:stretch/>
        </p:blipFill>
        <p:spPr>
          <a:xfrm>
            <a:off x="2268344" y="2563600"/>
            <a:ext cx="2155224" cy="16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11">
            <a:alphaModFix/>
          </a:blip>
          <a:srcRect b="0" l="50154" r="0" t="0"/>
          <a:stretch/>
        </p:blipFill>
        <p:spPr>
          <a:xfrm>
            <a:off x="113119" y="2563600"/>
            <a:ext cx="2155224" cy="16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2342400" y="1825375"/>
            <a:ext cx="46263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